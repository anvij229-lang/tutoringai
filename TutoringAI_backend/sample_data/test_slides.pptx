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Normal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table is in 1NF when every column holds atomic values and there are no repeating groups.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Normal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table is in 2NF when it is in 1NF and has no partial dependency on a composite key.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 Normal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table is in 3NF when it is in 2NF and has no transitive dependency.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